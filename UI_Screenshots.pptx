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A1E2F-8EF9-CB71-C3F7-E473C3DB0E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1CF248-B070-F7F2-DDFF-82C416460D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E7340F-A39D-C90A-2A5C-3C1F41084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3457E-23D0-454C-89D5-7C22AFA0DC8A}" type="datetimeFigureOut">
              <a:rPr lang="en-AE" smtClean="0"/>
              <a:t>27/02/2026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5BD74-BED5-A0C9-63D2-AA54727C7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224FC1-BE21-BF47-7933-796BCABD4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4B010-5A8F-48BD-A2B8-9304C7E3AB6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684822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FE780-F769-7C0A-F431-A19942F51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73DA03-E6D6-3C97-11FC-F2A2B8356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2B6522-7268-AA18-0E4A-6D4E34902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3457E-23D0-454C-89D5-7C22AFA0DC8A}" type="datetimeFigureOut">
              <a:rPr lang="en-AE" smtClean="0"/>
              <a:t>27/02/2026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88FAE5-3E95-D716-D862-BE781DE3D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EBDA23-6FCB-3473-1C24-1D01D17C5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4B010-5A8F-48BD-A2B8-9304C7E3AB6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530573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FD69E-1B37-802F-5738-0FB2BDAD1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42D9C8-1439-45D2-8778-CC942FF95B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B3F09D-0F1B-30FA-3AD7-A6B7E86F5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3457E-23D0-454C-89D5-7C22AFA0DC8A}" type="datetimeFigureOut">
              <a:rPr lang="en-AE" smtClean="0"/>
              <a:t>27/02/2026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6E8874-E3E1-A562-9122-EE0734D62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DA8531-0576-0BEA-414E-8E7349AD4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4B010-5A8F-48BD-A2B8-9304C7E3AB6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3676061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F3CB9-6F5D-48DF-BF48-7BA71FAC8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772401-5139-2311-5646-E6E0849C9F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11F1E6-26B6-9C60-65D9-9E6813EF4C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E17680-9AA3-793D-D29E-93B3E649A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3457E-23D0-454C-89D5-7C22AFA0DC8A}" type="datetimeFigureOut">
              <a:rPr lang="en-AE" smtClean="0"/>
              <a:t>27/02/2026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46CD74-00B7-B2F0-80B3-156903082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5900E7-5CEA-01E6-988B-416B51A75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4B010-5A8F-48BD-A2B8-9304C7E3AB6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84152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6455D-D358-CF8B-6D2D-E29A5EAF5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1C915A-0A78-099A-8836-03E25F40D4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DF6D06-D3E5-4C16-0910-D2A4C4C82C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142137-3AE3-EE25-4708-0EC5C2F3FF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707CE8-E209-D7CC-1205-092310F337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8B6B4D-A301-C4FA-92AC-7155DDF15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3457E-23D0-454C-89D5-7C22AFA0DC8A}" type="datetimeFigureOut">
              <a:rPr lang="en-AE" smtClean="0"/>
              <a:t>27/02/2026</a:t>
            </a:fld>
            <a:endParaRPr lang="en-A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BAC4AE-1237-65FA-B05C-561303828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FFB6B6-1D89-7E73-87A8-AE5CE2AFE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4B010-5A8F-48BD-A2B8-9304C7E3AB6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182072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F9654-23A6-93EF-AA0E-23C17EBA2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A8350A-CFA2-33EC-061E-1A7D714FA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3457E-23D0-454C-89D5-7C22AFA0DC8A}" type="datetimeFigureOut">
              <a:rPr lang="en-AE" smtClean="0"/>
              <a:t>27/02/2026</a:t>
            </a:fld>
            <a:endParaRPr lang="en-A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581DB3-26F2-D57E-8182-1AB9AA932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72360E-BF3D-E1CE-B575-8E295B438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4B010-5A8F-48BD-A2B8-9304C7E3AB6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490398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C3522C-48F6-9D7E-635D-53B5EDA3C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3457E-23D0-454C-89D5-7C22AFA0DC8A}" type="datetimeFigureOut">
              <a:rPr lang="en-AE" smtClean="0"/>
              <a:t>27/02/2026</a:t>
            </a:fld>
            <a:endParaRPr lang="en-A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F304BA-9AA5-D5B4-0122-EDFE6A95E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65FC0E-BE7F-9A91-694B-BF824E095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4B010-5A8F-48BD-A2B8-9304C7E3AB6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584426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F3DED-F783-361B-A342-DD7B65DCE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B7B57-27B6-A754-5860-157EBEC652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6805A2-036C-0281-BDF5-3619B1E6E6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BF26E7-D47C-148C-7A71-253B223FA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3457E-23D0-454C-89D5-7C22AFA0DC8A}" type="datetimeFigureOut">
              <a:rPr lang="en-AE" smtClean="0"/>
              <a:t>27/02/2026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AD3DFF-75D5-E135-F3BB-C379E72CF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20C410-9DE3-24B0-915C-2C9256FBA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4B010-5A8F-48BD-A2B8-9304C7E3AB6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002867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774B7-4A1A-8730-457F-1F60634B7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78C9E7-94E3-C6B0-53A8-064BF34312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F9ECA3-09F6-7CBC-3795-E07483659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C1ABF3-1A90-1F45-CC5B-F383D12F1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3457E-23D0-454C-89D5-7C22AFA0DC8A}" type="datetimeFigureOut">
              <a:rPr lang="en-AE" smtClean="0"/>
              <a:t>27/02/2026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8F0F51-9E9B-2552-288C-BDE1F96F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FEE041-00A6-D1D6-B34E-84A66769B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4B010-5A8F-48BD-A2B8-9304C7E3AB6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458016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89543-CB4E-4A97-B0AC-F06DD09A3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648513-0F84-5BB5-5EBA-C73B281957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C988B-CE19-3967-9CF1-D3E17219F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3457E-23D0-454C-89D5-7C22AFA0DC8A}" type="datetimeFigureOut">
              <a:rPr lang="en-AE" smtClean="0"/>
              <a:t>27/02/2026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7FBC5F-4C20-6687-4211-DF68DF4AA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5B4D2B-6F00-B2E4-CD56-4B39108AC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4B010-5A8F-48BD-A2B8-9304C7E3AB6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707496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1C888F-BA08-EDF2-CA5B-3C1960FDCA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A4E92E-FB06-2A9E-3A59-735B02E64F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6FAE9-64EC-35EE-9B69-06F042D83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3457E-23D0-454C-89D5-7C22AFA0DC8A}" type="datetimeFigureOut">
              <a:rPr lang="en-AE" smtClean="0"/>
              <a:t>27/02/2026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7CBC70-FDA2-6D69-EC49-D993D35A5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E046E1-7F15-230E-6120-C9F6101F8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4B010-5A8F-48BD-A2B8-9304C7E3AB6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293507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38E7EB-FC77-9F9F-DE35-9A49F8027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BB0CFF-51A0-13EA-3BA7-21496C6F35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5996FD-D2D5-F9BB-9646-DEDF46D569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23457E-23D0-454C-89D5-7C22AFA0DC8A}" type="datetimeFigureOut">
              <a:rPr lang="en-AE" smtClean="0"/>
              <a:t>27/02/2026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C706CC-20B6-DA5F-5600-0F39DC9089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149BA7-EB7B-E77C-E582-650C91351E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84B010-5A8F-48BD-A2B8-9304C7E3AB66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822594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81A80-911E-B4D0-EDC6-A38C501530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488C1A-C471-CA9B-6F05-E08586F30B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DE0554-BF55-910B-6710-E0DEFC5354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8355" y="3730546"/>
            <a:ext cx="7702946" cy="30545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6C6C6CC-F401-803F-B0D1-78C8DFA654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773" y="263362"/>
            <a:ext cx="11754454" cy="633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5052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496CF-83EF-36E1-0506-71FD54545B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B416D4-EA02-FB68-B0B8-8D0FA7FEEE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4C9AFD-E0D6-9B0D-26AF-5AEAD65595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7970"/>
            <a:ext cx="12192000" cy="6638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387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54CC1-464A-BBDA-B4C9-DD7DF33FF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0C4FD1-7283-9971-17DE-1F19488C7F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7F34F5-BC8E-4400-5389-75A00A0A08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96" y="97971"/>
            <a:ext cx="12110408" cy="6662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1427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EC854-334A-CAC9-B877-FCB7F6408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802EC7-133C-D517-B731-B7AC67020C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BBB9E6-6ABF-0E0C-A4AB-A759804588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03" y="206829"/>
            <a:ext cx="12165110" cy="6455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349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59E24-70A5-A026-D366-B6DA6F5F7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765077-8227-456E-ECEA-7918A86523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6E02F3-EA33-B5AD-F753-5F5D378FFD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3" y="87087"/>
            <a:ext cx="12121974" cy="6651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116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31E6A-D97B-97DB-1E7C-5F8F76BE5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14801-0C11-C322-4E57-0E250C9854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E26036-3B96-A847-3456-3486F76975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67" y="152400"/>
            <a:ext cx="12157122" cy="6574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795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84200-0DF1-8AF6-F34E-4C5C461E2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152D5-581F-62B5-0255-E0647229AB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1F68BC-8410-3FBF-3818-86EEA3D0FA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20" y="163286"/>
            <a:ext cx="11987209" cy="6447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5605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7ACE5-65C1-E07E-849C-7FDADBF39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A5971-3CD1-91F6-A66A-F135BDBEE6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65907F-4501-1A9D-D744-C0D2B8B726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47" y="228435"/>
            <a:ext cx="11798906" cy="6401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3681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4354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Huda Goian</dc:creator>
  <cp:lastModifiedBy>Huda Goian</cp:lastModifiedBy>
  <cp:revision>1</cp:revision>
  <dcterms:created xsi:type="dcterms:W3CDTF">2026-02-27T05:44:25Z</dcterms:created>
  <dcterms:modified xsi:type="dcterms:W3CDTF">2026-03-02T06:18:35Z</dcterms:modified>
</cp:coreProperties>
</file>